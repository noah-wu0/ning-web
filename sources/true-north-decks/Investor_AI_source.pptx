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3fc97ae1624769" /><Relationship Type="http://schemas.openxmlformats.org/officeDocument/2006/relationships/extended-properties" Target="/docProps/app.xml" Id="R7191a11b5abc43ad" /><Relationship Type="http://schemas.openxmlformats.org/officeDocument/2006/relationships/officeDocument" Target="/ppt/presentation.xml" Id="R3d9c442a784145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b58cfa998a4282"/>
  </p:sldMasterIdLst>
  <p:notesMasterIdLst>
    <p:notesMasterId xmlns:r="http://schemas.openxmlformats.org/officeDocument/2006/relationships" r:id="Rf54fea7cd0f846d6"/>
  </p:notesMasterIdLst>
  <p:sldIdLst>
    <p:sldId xmlns:r="http://schemas.openxmlformats.org/officeDocument/2006/relationships" id="256" r:id="R5daf5220baaa47b3"/>
    <p:sldId xmlns:r="http://schemas.openxmlformats.org/officeDocument/2006/relationships" id="257" r:id="R143463f712d54a57"/>
    <p:sldId xmlns:r="http://schemas.openxmlformats.org/officeDocument/2006/relationships" id="258" r:id="R8570967c2c544f43"/>
    <p:sldId xmlns:r="http://schemas.openxmlformats.org/officeDocument/2006/relationships" id="259" r:id="R494441d23e7a474d"/>
    <p:sldId xmlns:r="http://schemas.openxmlformats.org/officeDocument/2006/relationships" id="260" r:id="R5786281f832a4a08"/>
    <p:sldId xmlns:r="http://schemas.openxmlformats.org/officeDocument/2006/relationships" id="261" r:id="R459b1a4e5abb4ed8"/>
    <p:sldId xmlns:r="http://schemas.openxmlformats.org/officeDocument/2006/relationships" id="262" r:id="R92132dbd08bf4322"/>
    <p:sldId xmlns:r="http://schemas.openxmlformats.org/officeDocument/2006/relationships" id="263" r:id="Rc3368c0133e94935"/>
    <p:sldId xmlns:r="http://schemas.openxmlformats.org/officeDocument/2006/relationships" id="264" r:id="Rfce6178f84c84d34"/>
    <p:sldId xmlns:r="http://schemas.openxmlformats.org/officeDocument/2006/relationships" id="265" r:id="Rcafc7a1663e646c6"/>
    <p:sldId xmlns:r="http://schemas.openxmlformats.org/officeDocument/2006/relationships" id="266" r:id="Rf529bc79f4e042d4"/>
    <p:sldId xmlns:r="http://schemas.openxmlformats.org/officeDocument/2006/relationships" id="267" r:id="Rd76b9eff209449f1"/>
    <p:sldId xmlns:r="http://schemas.openxmlformats.org/officeDocument/2006/relationships" id="268" r:id="Rac9d9a44ae6b4e57"/>
    <p:sldId xmlns:r="http://schemas.openxmlformats.org/officeDocument/2006/relationships" id="269" r:id="Red1996c19ed144e0"/>
  </p:sldIdLst>
  <p:sldSz cx="15925800" cy="896302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e0389a07394eb9" /><Relationship Type="http://schemas.openxmlformats.org/officeDocument/2006/relationships/slideMaster" Target="/ppt/slideMasters/slideMaster1.xml" Id="R03b58cfa998a4282" /><Relationship Type="http://schemas.openxmlformats.org/officeDocument/2006/relationships/notesMaster" Target="/ppt/notesMasters/notesMaster1.xml" Id="Rf54fea7cd0f846d6" /><Relationship Type="http://schemas.openxmlformats.org/officeDocument/2006/relationships/presProps" Target="/ppt/presProps.xml" Id="R8b7525df50174d5b" /><Relationship Type="http://schemas.openxmlformats.org/officeDocument/2006/relationships/tableStyles" Target="/ppt/tableStyles.xml" Id="Rf8e38fafd1ee4316" /><Relationship Type="http://schemas.openxmlformats.org/officeDocument/2006/relationships/slide" Target="/ppt/slides/slide1.xml" Id="R5daf5220baaa47b3" /><Relationship Type="http://schemas.openxmlformats.org/officeDocument/2006/relationships/slide" Target="/ppt/slides/slide2.xml" Id="R143463f712d54a57" /><Relationship Type="http://schemas.openxmlformats.org/officeDocument/2006/relationships/slide" Target="/ppt/slides/slide3.xml" Id="R8570967c2c544f43" /><Relationship Type="http://schemas.openxmlformats.org/officeDocument/2006/relationships/slide" Target="/ppt/slides/slide4.xml" Id="R494441d23e7a474d" /><Relationship Type="http://schemas.openxmlformats.org/officeDocument/2006/relationships/slide" Target="/ppt/slides/slide5.xml" Id="R5786281f832a4a08" /><Relationship Type="http://schemas.openxmlformats.org/officeDocument/2006/relationships/slide" Target="/ppt/slides/slide6.xml" Id="R459b1a4e5abb4ed8" /><Relationship Type="http://schemas.openxmlformats.org/officeDocument/2006/relationships/slide" Target="/ppt/slides/slide7.xml" Id="R92132dbd08bf4322" /><Relationship Type="http://schemas.openxmlformats.org/officeDocument/2006/relationships/slide" Target="/ppt/slides/slide8.xml" Id="Rc3368c0133e94935" /><Relationship Type="http://schemas.openxmlformats.org/officeDocument/2006/relationships/slide" Target="/ppt/slides/slide9.xml" Id="Rfce6178f84c84d34" /><Relationship Type="http://schemas.openxmlformats.org/officeDocument/2006/relationships/slide" Target="/ppt/slides/slide10.xml" Id="Rcafc7a1663e646c6" /><Relationship Type="http://schemas.openxmlformats.org/officeDocument/2006/relationships/slide" Target="/ppt/slides/slide11.xml" Id="Rf529bc79f4e042d4" /><Relationship Type="http://schemas.openxmlformats.org/officeDocument/2006/relationships/slide" Target="/ppt/slides/slide12.xml" Id="Rd76b9eff209449f1" /><Relationship Type="http://schemas.openxmlformats.org/officeDocument/2006/relationships/slide" Target="/ppt/slides/slide13.xml" Id="Rac9d9a44ae6b4e57" /><Relationship Type="http://schemas.openxmlformats.org/officeDocument/2006/relationships/slide" Target="/ppt/slides/slide14.xml" Id="Red1996c19ed144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6ea9f98e6742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395f11f1274cbe" /><Relationship Type="http://schemas.openxmlformats.org/officeDocument/2006/relationships/notesMaster" Target="/ppt/notesMasters/notesMaster1.xml" Id="Ra7ae3ff9e4244b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cecd2e716a4522" /><Relationship Type="http://schemas.openxmlformats.org/officeDocument/2006/relationships/notesMaster" Target="/ppt/notesMasters/notesMaster1.xml" Id="Ra851ba5a789d43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ff4b3be9464731" /><Relationship Type="http://schemas.openxmlformats.org/officeDocument/2006/relationships/notesMaster" Target="/ppt/notesMasters/notesMaster1.xml" Id="R9f0f87ddcc5f45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838abd10d949b0" /><Relationship Type="http://schemas.openxmlformats.org/officeDocument/2006/relationships/notesMaster" Target="/ppt/notesMasters/notesMaster1.xml" Id="R544fa572e87849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7d5ae74bc24c1b" /><Relationship Type="http://schemas.openxmlformats.org/officeDocument/2006/relationships/notesMaster" Target="/ppt/notesMasters/notesMaster1.xml" Id="Rbc641ee487a747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407960447a4bc1" /><Relationship Type="http://schemas.openxmlformats.org/officeDocument/2006/relationships/notesMaster" Target="/ppt/notesMasters/notesMaster1.xml" Id="R3e7b7eeabac44a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827b3fb82341a0" /><Relationship Type="http://schemas.openxmlformats.org/officeDocument/2006/relationships/notesMaster" Target="/ppt/notesMasters/notesMaster1.xml" Id="R69aa321ee95347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ac3ee873284753" /><Relationship Type="http://schemas.openxmlformats.org/officeDocument/2006/relationships/notesMaster" Target="/ppt/notesMasters/notesMaster1.xml" Id="Rce5b0c73bc454b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fb5d0357514271" /><Relationship Type="http://schemas.openxmlformats.org/officeDocument/2006/relationships/notesMaster" Target="/ppt/notesMasters/notesMaster1.xml" Id="Rbce1fd76f5ec4a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361339b8ad4cc2" /><Relationship Type="http://schemas.openxmlformats.org/officeDocument/2006/relationships/notesMaster" Target="/ppt/notesMasters/notesMaster1.xml" Id="R6edd0b2871c842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ca688575f546e8" /><Relationship Type="http://schemas.openxmlformats.org/officeDocument/2006/relationships/notesMaster" Target="/ppt/notesMasters/notesMaster1.xml" Id="R59801d60784a47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b3833d954547ce" /><Relationship Type="http://schemas.openxmlformats.org/officeDocument/2006/relationships/notesMaster" Target="/ppt/notesMasters/notesMaster1.xml" Id="R3287fd34f5d5445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bacfa6ce8b4167" /><Relationship Type="http://schemas.openxmlformats.org/officeDocument/2006/relationships/notesMaster" Target="/ppt/notesMasters/notesMaster1.xml" Id="R846bc4c1617d4e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c86d72348049fc" /><Relationship Type="http://schemas.openxmlformats.org/officeDocument/2006/relationships/notesMaster" Target="/ppt/notesMasters/notesMaster1.xml" Id="Rc1836b9e0ade4e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8cf2b5eaea4b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b4f6d68f10457b" /><Relationship Type="http://schemas.openxmlformats.org/officeDocument/2006/relationships/slideLayout" Target="/ppt/slideLayouts/slideLayout1.xml" Id="R55382bd0e5c940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382bd0e5c940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72a4f50524dec" /><Relationship Type="http://schemas.openxmlformats.org/officeDocument/2006/relationships/image" Target="/ppt/media/image.png" Id="R04c647ef719f4073" /><Relationship Type="http://schemas.openxmlformats.org/officeDocument/2006/relationships/notesSlide" Target="/ppt/notesSlides/notesSlide1.xml" Id="R44994bc03d4b48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31b85387b4508" /><Relationship Type="http://schemas.openxmlformats.org/officeDocument/2006/relationships/image" Target="/ppt/media/image2.png" Id="R64010f87cea34db6" /><Relationship Type="http://schemas.openxmlformats.org/officeDocument/2006/relationships/notesSlide" Target="/ppt/notesSlides/notesSlide2.xml" Id="R3142f33e68074f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c7da091524fed" /><Relationship Type="http://schemas.openxmlformats.org/officeDocument/2006/relationships/image" Target="/ppt/media/image3.png" Id="Rb46a29e111cd42b7" /><Relationship Type="http://schemas.openxmlformats.org/officeDocument/2006/relationships/notesSlide" Target="/ppt/notesSlides/notesSlide3.xml" Id="Rbe0b0573bf8b4d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891313d074250" /><Relationship Type="http://schemas.openxmlformats.org/officeDocument/2006/relationships/image" Target="/ppt/media/image4.png" Id="Rd1ce87ac54e241ea" /><Relationship Type="http://schemas.openxmlformats.org/officeDocument/2006/relationships/notesSlide" Target="/ppt/notesSlides/notesSlide4.xml" Id="R41297d8c233f4c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bcfea69ef4dbc" /><Relationship Type="http://schemas.openxmlformats.org/officeDocument/2006/relationships/image" Target="/ppt/media/image5.png" Id="Ra5829e3f42fa4367" /><Relationship Type="http://schemas.openxmlformats.org/officeDocument/2006/relationships/notesSlide" Target="/ppt/notesSlides/notesSlide5.xml" Id="R1144c43679b14f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dacf01afc49e6" /><Relationship Type="http://schemas.openxmlformats.org/officeDocument/2006/relationships/image" Target="/ppt/media/image6.png" Id="R686bc909535746ed" /><Relationship Type="http://schemas.openxmlformats.org/officeDocument/2006/relationships/notesSlide" Target="/ppt/notesSlides/notesSlide6.xml" Id="R1101b5d6a1c64e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39bd575b74068" /><Relationship Type="http://schemas.openxmlformats.org/officeDocument/2006/relationships/image" Target="/ppt/media/image7.png" Id="R07b99ddf76994d95" /><Relationship Type="http://schemas.openxmlformats.org/officeDocument/2006/relationships/notesSlide" Target="/ppt/notesSlides/notesSlide7.xml" Id="R3eed5730c6304c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d5d111e1f49b9" /><Relationship Type="http://schemas.openxmlformats.org/officeDocument/2006/relationships/image" Target="/ppt/media/image8.png" Id="R34fb3d9c541449b8" /><Relationship Type="http://schemas.openxmlformats.org/officeDocument/2006/relationships/notesSlide" Target="/ppt/notesSlides/notesSlide8.xml" Id="R944d624a74ad4a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522b9e7474935" /><Relationship Type="http://schemas.openxmlformats.org/officeDocument/2006/relationships/image" Target="/ppt/media/image9.png" Id="Rdb4058513b7f4f07" /><Relationship Type="http://schemas.openxmlformats.org/officeDocument/2006/relationships/notesSlide" Target="/ppt/notesSlides/notesSlide9.xml" Id="R9d28e83af6ac48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433cd77974249" /><Relationship Type="http://schemas.openxmlformats.org/officeDocument/2006/relationships/image" Target="/ppt/media/image10.png" Id="Rf62b7fe1a0604f88" /><Relationship Type="http://schemas.openxmlformats.org/officeDocument/2006/relationships/notesSlide" Target="/ppt/notesSlides/notesSlide10.xml" Id="R3115b734f50d4b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e61da00d64e14" /><Relationship Type="http://schemas.openxmlformats.org/officeDocument/2006/relationships/image" Target="/ppt/media/image11.png" Id="Refbb4ea05c664ba8" /><Relationship Type="http://schemas.openxmlformats.org/officeDocument/2006/relationships/notesSlide" Target="/ppt/notesSlides/notesSlide11.xml" Id="R2031f8290dfb4f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b2eec7a78416d" /><Relationship Type="http://schemas.openxmlformats.org/officeDocument/2006/relationships/image" Target="/ppt/media/image12.png" Id="R6b285c5b324a4264" /><Relationship Type="http://schemas.openxmlformats.org/officeDocument/2006/relationships/notesSlide" Target="/ppt/notesSlides/notesSlide12.xml" Id="Ra2aafa1ef73647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2617f1ec74d10" /><Relationship Type="http://schemas.openxmlformats.org/officeDocument/2006/relationships/image" Target="/ppt/media/image13.png" Id="R0de7cca0ac604052" /><Relationship Type="http://schemas.openxmlformats.org/officeDocument/2006/relationships/notesSlide" Target="/ppt/notesSlides/notesSlide13.xml" Id="R2ab25250674b4f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d8bd7bb434613" /><Relationship Type="http://schemas.openxmlformats.org/officeDocument/2006/relationships/image" Target="/ppt/media/image14.png" Id="R579f9f62507647ff" /><Relationship Type="http://schemas.openxmlformats.org/officeDocument/2006/relationships/notesSlide" Target="/ppt/notesSlides/notesSlide14.xml" Id="Raa265efbbed84e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647ef719f40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257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10f87cea34d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076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a29e111cd42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8681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e87ac54e241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1439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29e3f42fa43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2742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bc909535746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7866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99ddf76994d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3292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b3d9c541449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3969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058513b7f4f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6707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b7fe1a0604f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1144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b4ea05c664b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4823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85c5b324a42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0789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7cca0ac6040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305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f9f62507647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085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2026-07-02T02:18:34.2740000Z</dcterms:created>
  <dcterms:modified xsi:type="dcterms:W3CDTF">2026-07-02T02:18:34.2740000Z</dcterms:modified>
</coreProperties>
</file>